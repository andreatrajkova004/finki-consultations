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4260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280160"/>
            <a:ext cx="1005840" cy="10058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1435608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02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ФИНКИ Консултации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 за резервација на консултациски термини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Факултет за информатички науки и компјутерско инженерство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 Бањанска 233071  •  Андреа Трајкова 233176  •  </a:t>
            </a:r>
            <a:r>
              <a:rPr lang="en-US" sz="12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Ангела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mk-MK" sz="12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</a:t>
            </a:r>
            <a:r>
              <a:rPr lang="en-US" sz="1200" dirty="0" err="1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урлинова</a:t>
            </a:r>
            <a:r>
              <a:rPr lang="en-US" sz="12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233205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39136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Напреден веб дизајн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47091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•  Firebase  •  Firestore  •  Март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проектот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164592" cy="123444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51560"/>
            <a:ext cx="7909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Апликацијата овозможува професорите да креираат термини за консултации, а студентите да ги резервираат со избор на сопственото времетраење. Повеќе студенти можат да резервираат во ист термин — секој зазема само онолку минути колку му треба.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423160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71600" y="2560320"/>
            <a:ext cx="640080" cy="64008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608" y="2624328"/>
            <a:ext cx="512064" cy="5120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32918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Календарски приказ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75488" y="3730752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Calendar-стил неделен приказ на термините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200400" y="2423160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06240" y="2560320"/>
            <a:ext cx="640080" cy="64008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248" y="2624328"/>
            <a:ext cx="512064" cy="5120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91840" y="32918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улоги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10128" y="3730752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Посебни интерфејси за Профессор и Студент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035040" y="2423160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040880" y="2560320"/>
            <a:ext cx="640080" cy="64008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2624328"/>
            <a:ext cx="512064" cy="5120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26480" y="32918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Парцијални резервации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144768" y="3730752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Секој студент резервира само колку минути му треба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Употребени технологии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14800" cy="1691640"/>
          </a:xfrm>
          <a:prstGeom prst="rect">
            <a:avLst/>
          </a:prstGeom>
          <a:solidFill>
            <a:srgbClr val="0F346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137160" cy="169164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087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2801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71600" y="171907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интерфејс, hooks, компонентна архитектура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005840"/>
            <a:ext cx="4114800" cy="1691640"/>
          </a:xfrm>
          <a:prstGeom prst="rect">
            <a:avLst/>
          </a:prstGeom>
          <a:solidFill>
            <a:srgbClr val="0F346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05840"/>
            <a:ext cx="137160" cy="169164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50876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06440" y="12801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806440" y="171907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Автентикација со email/password, улоги на корисници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20040" y="2926080"/>
            <a:ext cx="4114800" cy="1691640"/>
          </a:xfrm>
          <a:prstGeom prst="rect">
            <a:avLst/>
          </a:prstGeom>
          <a:solidFill>
            <a:srgbClr val="0F346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" y="2926080"/>
            <a:ext cx="137160" cy="169164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42900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2004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Firestore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371600" y="363931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база, real-time listeners, без backend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54880" y="2926080"/>
            <a:ext cx="4114800" cy="1691640"/>
          </a:xfrm>
          <a:prstGeom prst="rect">
            <a:avLst/>
          </a:prstGeom>
          <a:solidFill>
            <a:srgbClr val="0F346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926080"/>
            <a:ext cx="137160" cy="169164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429000"/>
            <a:ext cx="640080" cy="6400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06440" y="32004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date-fns 3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806440" y="363931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со датуми, форматирање, локализација (МК)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Функционалности по улога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3977640" cy="3886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3977640" cy="59436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996696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96926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ПРОФЕСОР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69164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167335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Креира термини (датум, час, времетраење, локација)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130552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8680" y="211226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Избира времетраење: 30 / 60 / 90 / 120 мин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569464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68680" y="25511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Гледа кој студент резервирал и кога</a:t>
            </a:r>
            <a:endParaRPr lang="en-US" sz="12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008376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68680" y="29900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Брише термини доколку е потребно</a:t>
            </a:r>
            <a:endParaRPr lang="en-US" sz="12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447288"/>
            <a:ext cx="256032" cy="25603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68680" y="34290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Десен панел со листа на сите резервации</a:t>
            </a:r>
            <a:endParaRPr lang="en-US" sz="1250" dirty="0"/>
          </a:p>
        </p:txBody>
      </p:sp>
      <p:sp>
        <p:nvSpPr>
          <p:cNvPr id="18" name="Shape 10"/>
          <p:cNvSpPr/>
          <p:nvPr/>
        </p:nvSpPr>
        <p:spPr>
          <a:xfrm>
            <a:off x="4846320" y="914400"/>
            <a:ext cx="39776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1"/>
          <p:cNvSpPr/>
          <p:nvPr/>
        </p:nvSpPr>
        <p:spPr>
          <a:xfrm>
            <a:off x="4846320" y="914400"/>
            <a:ext cx="397764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1768" y="996696"/>
            <a:ext cx="411480" cy="41148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486400" y="96926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</a:t>
            </a:r>
            <a:endParaRPr lang="en-US" sz="15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912" y="1691640"/>
            <a:ext cx="256032" cy="256032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376672" y="1673352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Гледа сите достапни термини во календар</a:t>
            </a:r>
            <a:endParaRPr lang="en-US" sz="125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912" y="2130552"/>
            <a:ext cx="256032" cy="256032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376672" y="2112264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Филтрира по професор</a:t>
            </a:r>
            <a:endParaRPr lang="en-US" sz="125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912" y="2569464"/>
            <a:ext cx="256032" cy="256032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376672" y="2551176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Избира колку минути му се потребни</a:t>
            </a:r>
            <a:endParaRPr lang="en-US" sz="125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912" y="3008376"/>
            <a:ext cx="256032" cy="256032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5376672" y="2990088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Брзи копчиња: 10, 15, 20, 30, 45, 60 мин</a:t>
            </a:r>
            <a:endParaRPr lang="en-US" sz="1250" dirty="0"/>
          </a:p>
        </p:txBody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912" y="3447288"/>
            <a:ext cx="256032" cy="256032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5376672" y="3429000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Откажува сопствена резервација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Клучна логика — Парцијални резервации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1051560"/>
          </a:xfrm>
          <a:prstGeom prst="rect">
            <a:avLst/>
          </a:prstGeom>
          <a:solidFill>
            <a:srgbClr val="0F34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Слот 08:00–10:00 (120 мин)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8138160" cy="411480"/>
          </a:xfrm>
          <a:prstGeom prst="rect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44752"/>
            <a:ext cx="1356360" cy="41148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44752"/>
            <a:ext cx="135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 А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мин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59280" y="1444752"/>
            <a:ext cx="203454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59280" y="1444752"/>
            <a:ext cx="20345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 Б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мин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883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76400" y="1883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08:20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10940" y="1883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08:50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0" y="1883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985260" y="15179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мин слободно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331720"/>
            <a:ext cx="8503920" cy="2514600"/>
          </a:xfrm>
          <a:prstGeom prst="rect">
            <a:avLst/>
          </a:prstGeom>
          <a:solidFill>
            <a:srgbClr val="0F346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331720"/>
            <a:ext cx="137160" cy="251460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395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Алгоритам: findFirstFreeOffset()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28529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Сортирај ги постоечките резервации по startOffset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33101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Итерирај и барај прв gap &gt;= requestedMins помеѓу резервациите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37673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Ако нема gap, провери дали има простор на крајот на слотот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42245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Врати го offset-от → зачувај booking со startOffset + durationMins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структура и безбедност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937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493776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0241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на slots документ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7472" y="1508760"/>
            <a:ext cx="4882896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527048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professorId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560320" y="152704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uid на професорот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" y="1856232"/>
            <a:ext cx="4882896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87452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professorName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560320" y="187452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Проф. Петровски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47472" y="2203704"/>
            <a:ext cx="4882896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2221992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startTime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560320" y="2221992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2026-03-10T09:00:00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47472" y="2551176"/>
            <a:ext cx="4882896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2569464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560320" y="2569464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  (вкупни минути)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47472" y="2898648"/>
            <a:ext cx="4882896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2916936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560320" y="2916936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Кабинет 215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47472" y="3246120"/>
            <a:ext cx="4882896" cy="338328"/>
          </a:xfrm>
          <a:prstGeom prst="rect">
            <a:avLst/>
          </a:prstGeom>
          <a:solidFill>
            <a:srgbClr val="FFF7ED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3264408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bookings [ ]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560320" y="326440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 со резервации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47472" y="3593592"/>
            <a:ext cx="4882896" cy="338328"/>
          </a:xfrm>
          <a:prstGeom prst="rect">
            <a:avLst/>
          </a:prstGeom>
          <a:solidFill>
            <a:srgbClr val="FEF3C7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361188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startOffset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2560320" y="361188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минути од почетокот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47472" y="3941064"/>
            <a:ext cx="4882896" cy="338328"/>
          </a:xfrm>
          <a:prstGeom prst="rect">
            <a:avLst/>
          </a:prstGeom>
          <a:solidFill>
            <a:srgbClr val="FEF3C7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" y="3959352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durationMins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2560320" y="3959352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избрано времетраење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47472" y="4288536"/>
            <a:ext cx="4882896" cy="338328"/>
          </a:xfrm>
          <a:prstGeom prst="rect">
            <a:avLst/>
          </a:prstGeom>
          <a:solidFill>
            <a:srgbClr val="FEF3C7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7200" y="4306824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studentName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2560320" y="4306824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Ана Тодоровска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486400" y="960120"/>
            <a:ext cx="33375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5486400" y="960120"/>
            <a:ext cx="3337560" cy="50292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128" y="1024128"/>
            <a:ext cx="320040" cy="32004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6016752" y="10241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Rules</a:t>
            </a:r>
            <a:endParaRPr lang="en-US" sz="1300" dirty="0"/>
          </a:p>
        </p:txBody>
      </p:sp>
      <p:sp>
        <p:nvSpPr>
          <p:cNvPr id="39" name="Shape 35"/>
          <p:cNvSpPr/>
          <p:nvPr/>
        </p:nvSpPr>
        <p:spPr>
          <a:xfrm>
            <a:off x="5623560" y="1600200"/>
            <a:ext cx="3063240" cy="54864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5687568" y="1664208"/>
            <a:ext cx="420624" cy="4206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715000" y="1682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6199632" y="16824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Сите логирани</a:t>
            </a:r>
            <a:endParaRPr lang="en-US" sz="1200" dirty="0"/>
          </a:p>
        </p:txBody>
      </p:sp>
      <p:sp>
        <p:nvSpPr>
          <p:cNvPr id="43" name="Shape 39"/>
          <p:cNvSpPr/>
          <p:nvPr/>
        </p:nvSpPr>
        <p:spPr>
          <a:xfrm>
            <a:off x="5623560" y="2286000"/>
            <a:ext cx="3063240" cy="54864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5687568" y="2350008"/>
            <a:ext cx="420624" cy="4206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5715000" y="2368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6199632" y="23682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Сите логирани</a:t>
            </a:r>
            <a:endParaRPr lang="en-US" sz="1200" dirty="0"/>
          </a:p>
        </p:txBody>
      </p:sp>
      <p:sp>
        <p:nvSpPr>
          <p:cNvPr id="47" name="Shape 43"/>
          <p:cNvSpPr/>
          <p:nvPr/>
        </p:nvSpPr>
        <p:spPr>
          <a:xfrm>
            <a:off x="5623560" y="2971800"/>
            <a:ext cx="3063240" cy="54864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5687568" y="3035808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5715000" y="3054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6199632" y="30540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Сите логирани</a:t>
            </a:r>
            <a:endParaRPr lang="en-US" sz="1200" dirty="0"/>
          </a:p>
        </p:txBody>
      </p:sp>
      <p:sp>
        <p:nvSpPr>
          <p:cNvPr id="51" name="Shape 47"/>
          <p:cNvSpPr/>
          <p:nvPr/>
        </p:nvSpPr>
        <p:spPr>
          <a:xfrm>
            <a:off x="5623560" y="3657600"/>
            <a:ext cx="3063240" cy="54864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5687568" y="3721608"/>
            <a:ext cx="420624" cy="42062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715000" y="3739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900" dirty="0"/>
          </a:p>
        </p:txBody>
      </p:sp>
      <p:sp>
        <p:nvSpPr>
          <p:cNvPr id="54" name="Text 50"/>
          <p:cNvSpPr/>
          <p:nvPr/>
        </p:nvSpPr>
        <p:spPr>
          <a:xfrm>
            <a:off x="6199632" y="37398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Сите логирани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27432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00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ФИНКИ Консултации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2377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+  Firebase  +  Firestore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2880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 за паметно резервирање на консултациски термини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 Бањанска 233071  •  Андреа Трајкова 233176  • 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Ангела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mk-MK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</a:t>
            </a:r>
            <a:r>
              <a:rPr lang="en-US" sz="1200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урлинова</a:t>
            </a:r>
            <a:r>
              <a:rPr lang="en-US" sz="12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233205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42062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Факултет за информатички науки  •  Март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401</Words>
  <Application>Microsoft Office PowerPoint</Application>
  <PresentationFormat>On-screen Show (16:9)</PresentationFormat>
  <Paragraphs>93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ФИНКИ Консултации</dc:title>
  <dc:subject>PptxGenJS Presentation</dc:subject>
  <dc:creator>PptxGenJS</dc:creator>
  <cp:lastModifiedBy>PC</cp:lastModifiedBy>
  <cp:revision>2</cp:revision>
  <dcterms:created xsi:type="dcterms:W3CDTF">2026-03-04T12:49:27Z</dcterms:created>
  <dcterms:modified xsi:type="dcterms:W3CDTF">2026-03-04T12:51:44Z</dcterms:modified>
</cp:coreProperties>
</file>